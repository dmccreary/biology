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01" d="100"/>
          <a:sy n="101" d="100"/>
        </p:scale>
        <p:origin x="154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76EC9-9AC9-FCD0-B2A1-DF3A167E9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156BC-94CE-1EC0-376F-AD6348FBA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048DD-67EE-A9D6-A8CF-484EE2BE5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3E39B-56AC-4743-B204-3764B652C25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F0FFC-BAD6-29CB-2CB4-73CFA7FC2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52448-1B46-E7AA-0DAF-1C8927B8A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7B70-917B-A142-A095-4465F4ACB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84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57BFE-18F2-8C35-E214-9AA8A3167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4C657-02C9-217E-5F0E-CE48733B2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53903-1BAF-BBC7-7CB3-75946DD7E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3E39B-56AC-4743-B204-3764B652C25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6E16E-EBAE-0838-9991-C9C940968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21E20-B226-6927-F069-282BCA15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7B70-917B-A142-A095-4465F4ACB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59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B831D-BAAC-D847-08AA-874A02CD6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22F16-F48A-D367-0DBC-0868C8785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7216-2D71-2D3B-10C9-7FC248875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3E39B-56AC-4743-B204-3764B652C25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AD0C6-BA47-C448-7BE4-151D1714D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0EBDB-62C0-7161-C77A-0C4C66A26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7B70-917B-A142-A095-4465F4ACB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72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352A6-DB99-C691-AD8A-42F9246AF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1415E-6ECB-D0DC-3C89-E98A0C6EE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17CBD-9D71-9B3A-2E84-3FA6A9AD1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EDC56-E5E3-72EF-D632-A9470AF1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3E39B-56AC-4743-B204-3764B652C25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5AB64-7853-BD84-408E-B29561573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6711B-D320-15E8-B7A6-FF896BDFE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7B70-917B-A142-A095-4465F4ACB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166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B1009-4E1E-CD9D-6B4A-7D045D96E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A78E1-104E-03FA-CEA5-1519BCD7C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67BCA-C861-0B66-9A26-D0469343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B61EFC-D923-C4B4-A8B2-2538D7A4A3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6BD384-A286-8492-2ED7-9AFB5E50E1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5CFB00-5EB1-CC43-A0AB-02B6BF8F9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3E39B-56AC-4743-B204-3764B652C25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7B61E-91DD-FC1E-879A-247C5DE38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0C75ED-0A38-0339-B2B3-2E593AD33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7B70-917B-A142-A095-4465F4ACB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54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70354-E3D3-4434-541B-F6AE6FCA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823A8-5633-A8D9-5B50-648995D51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3E39B-56AC-4743-B204-3764B652C25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CFA067-8007-E77D-024A-3B9672BC4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18F87-E4AE-E85B-B782-76BEDB95F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7B70-917B-A142-A095-4465F4ACB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25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216673-12CF-ED36-19CB-0C643A3CC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3E39B-56AC-4743-B204-3764B652C25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5409B3-FC0C-1314-C943-614E590A9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F2976-7505-DF56-D9D8-FEE6A26CF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7B70-917B-A142-A095-4465F4ACB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69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FB00-72C9-7862-3F01-988DF2E3B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FA293-7D8C-B072-28DE-646F36910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FE23B-8157-43D2-D331-216CFEE22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04F39-233E-A064-C802-ADC52CE1F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3E39B-56AC-4743-B204-3764B652C25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BFA88-4600-54AC-35C7-60C5BFD03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56FE8-108A-72C3-DA04-790433204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7B70-917B-A142-A095-4465F4ACB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74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460-129E-29C7-C8D0-DEC2ACEBC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1DB73F-D1D2-B646-8D1A-EAAC2EB6A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4F1FA-E54E-C04A-5507-76C92633F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68070-25D8-7765-2680-7FCF76FCB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3E39B-56AC-4743-B204-3764B652C25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5BBCE-A871-371C-5C04-1CD8E14D6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7C6C4-7430-0885-4725-867D5032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7B70-917B-A142-A095-4465F4ACB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32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ABA1-462A-7033-9C31-8B8E5653B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598FB6-9E50-97D3-EA8D-AFA419343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977C0-DB59-FFD3-E182-CD2995A28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3E39B-56AC-4743-B204-3764B652C25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F318E-722C-2291-2315-D1EC75750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0AC7F-9FC7-D9EE-FE81-D4BC24510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7B70-917B-A142-A095-4465F4ACB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23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28EA4B-A5FD-5977-2D5E-09B85B35A5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D5BECB-D258-24E3-5096-86AFF4475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FF6A8-9CE7-0A54-44BB-200AC6E8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3E39B-56AC-4743-B204-3764B652C25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4BCEE-CBD5-952D-1D86-311D1EDA6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B0CD5-72CE-23E6-AF0B-D60C6D1FC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7B70-917B-A142-A095-4465F4ACB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34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4BE6D6-3160-310A-9FDF-325D37B1E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11B12-6175-442B-EFDB-C5F18ED9A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D4D7B-F735-A0EB-BBB6-5CF213C85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3E39B-56AC-4743-B204-3764B652C25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2709C-4753-2C04-B984-8A4486EAF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4AD45-594B-238A-DE3F-2EB812F7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A7B70-917B-A142-A095-4465F4ACB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767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DF8B-B2D6-9CCB-600C-DEB9F88591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Cell Drawings</a:t>
            </a:r>
          </a:p>
        </p:txBody>
      </p:sp>
    </p:spTree>
    <p:extLst>
      <p:ext uri="{BB962C8B-B14F-4D97-AF65-F5344CB8AC3E}">
        <p14:creationId xmlns:p14="http://schemas.microsoft.com/office/powerpoint/2010/main" val="2546736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1CFAB-DB93-82C4-33AC-1A0CA417A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84" y="290985"/>
            <a:ext cx="10515600" cy="685199"/>
          </a:xfrm>
        </p:spPr>
        <p:txBody>
          <a:bodyPr>
            <a:normAutofit fontScale="90000"/>
          </a:bodyPr>
          <a:lstStyle/>
          <a:p>
            <a:r>
              <a:rPr lang="en-US" dirty="0"/>
              <a:t>Plant Cell</a:t>
            </a:r>
          </a:p>
        </p:txBody>
      </p:sp>
      <p:pic>
        <p:nvPicPr>
          <p:cNvPr id="5" name="Picture 4" descr="A green cell structure with different types of cells&#10;&#10;AI-generated content may be incorrect.">
            <a:extLst>
              <a:ext uri="{FF2B5EF4-FFF2-40B4-BE49-F238E27FC236}">
                <a16:creationId xmlns:a16="http://schemas.microsoft.com/office/drawing/2014/main" id="{86AC7A8B-8D50-3485-0BAD-CD49CF1A3A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82" t="9777" r="8373" b="12003"/>
          <a:stretch>
            <a:fillRect/>
          </a:stretch>
        </p:blipFill>
        <p:spPr>
          <a:xfrm>
            <a:off x="2397211" y="1482810"/>
            <a:ext cx="6252519" cy="405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049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18637</TotalTime>
  <Words>4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Cell Drawings</vt:lpstr>
      <vt:lpstr>Plant Cell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1</cp:revision>
  <dcterms:created xsi:type="dcterms:W3CDTF">2026-02-26T01:33:55Z</dcterms:created>
  <dcterms:modified xsi:type="dcterms:W3CDTF">2026-03-11T00:11:46Z</dcterms:modified>
</cp:coreProperties>
</file>