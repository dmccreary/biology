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18"/>
    <p:restoredTop sz="94658"/>
  </p:normalViewPr>
  <p:slideViewPr>
    <p:cSldViewPr snapToGrid="0">
      <p:cViewPr varScale="1">
        <p:scale>
          <a:sx n="55" d="100"/>
          <a:sy n="55" d="100"/>
        </p:scale>
        <p:origin x="224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8470-89EA-0E11-B9EA-CD3FD7C75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93128-2929-734C-EFA1-8905B0F6E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E8607-E0A8-6E60-E11F-FA4C0052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3351-2609-2CFE-8B47-5E9D54D2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A601C-235B-7A9B-D684-3FB3FA11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6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5222-6828-82D9-0D63-0C27FD54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EE078-22FD-1175-511A-2F3CB6EE6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816E7-ADF0-D572-4AD2-FFCF0B0D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AD94B-C562-A0FB-CB27-437347CD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4791C-E6A0-7704-C9C0-A5257A13C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6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92A8-1ADE-E99D-7641-36B6CFBC7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FCA11-E26A-2DAE-32F5-836A31544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A3328-DD62-6E48-E1CD-3264517C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A8189-5FC8-5806-1788-6D27B78F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1F61-4957-0313-1314-5E85A32D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2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ED90-97EB-31FB-BDE1-B6DD8A22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84743-CC95-EE3F-68FA-99F3BDE1D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5D636-0C87-AF82-2A9C-3BB32401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93478-4088-CA1A-A2F1-27D9D03D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BF433-64F9-1C31-1783-CC251DB3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20D95-8ED7-4BB8-AEC5-435681B9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2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6343B-F4EE-58F5-A390-9FC87D20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05637-B178-3B66-EA69-CF5D8DF9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06272-EA84-974F-89A3-3DF23BC4A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85D74-D416-1DB5-76E8-321D47FED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9DC52-0661-65ED-ADE1-A108FA4D3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4C4C6-F1DD-7C59-6279-2020A919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201E2-6AC4-FC79-9E1F-BFAAE9B8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3E9F29-D830-1128-2602-C3738E5F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15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A275-B540-6C40-E56F-B5EF6AD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706BE-439B-884E-CF9A-A186E859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8E250-AC9F-FBF3-EB55-D9870F89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07C21-1DAD-B172-82DA-A98163BC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2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B65489-D3FC-CF37-4244-996F5F51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A80517-D13B-195D-7180-CF2D02B2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87260-831D-DFBC-BD43-0BDE3639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20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4330-A276-58E5-7EC2-CD424798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EDD85-2969-61C7-5AA0-70CE72AE7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F2E4-8BCC-0EFA-860E-04C6CD217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EFA89-97B4-BD9E-03D2-CF56D756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4F08-2C99-D5B7-8EFD-E607C42B5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B7CA4-DA76-B088-8785-C0E32FFA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E41A-7912-567C-11AD-610B7FFC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BF46B-F9EC-BB3E-6366-84F043BD0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82A55-8F9B-C721-E7E1-6C6F52381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3968C-AA59-5B8F-8085-914C9F9E9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BB4CF-455C-8F8C-5CAE-4DEB3236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3248C-8025-9931-CE6C-5030B911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2950C-FAD0-905E-F97F-8B45DFDC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5E513-977B-FC37-6AE0-FC32D4C8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6D3AA-CBDE-EB77-7C2A-C3666CC3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6905-1ECF-7054-630F-71F0AFF7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0E27C-F935-FD2D-09B1-6E49396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0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9748C-893E-8788-BE79-EEF7F394D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ADBBA-7655-1D76-1E0F-97A64CA29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C314E-F5B8-7648-0957-86F61E9F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1C691-F91F-4985-0036-2D9DCF843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DB495-0331-E2C9-5E77-6002FFFE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49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C6D61-005E-AAF6-0CFE-7CF952DD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0F5C1-A5B2-2AD9-444E-E5EDDDFFA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B70DB-7570-84DC-5CFB-EF3DB667E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C59CC-369A-9947-A8E5-97B7DBA15996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EB48B-AAB0-5110-66AE-3E8B9081E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77081-283A-A2A3-24C3-9992F07C5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AB988-23A6-FC4F-8144-BD7D8FD68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3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89D2-CDCC-15DF-0D2E-0690C566C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Mascot Poses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26070-76B3-9234-3698-56A7DA219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46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EB5A-2E5D-A296-35DC-FD8B715E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Seven Poses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CFB31-D057-3FB6-3940-2F5C66F1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Neutral – also the logo in the upper left</a:t>
            </a:r>
          </a:p>
          <a:p>
            <a:r>
              <a:rPr lang="en-US" dirty="0"/>
              <a:t>Welcome</a:t>
            </a:r>
          </a:p>
          <a:p>
            <a:r>
              <a:rPr lang="en-US" dirty="0"/>
              <a:t>Tup</a:t>
            </a:r>
          </a:p>
        </p:txBody>
      </p:sp>
    </p:spTree>
    <p:extLst>
      <p:ext uri="{BB962C8B-B14F-4D97-AF65-F5344CB8AC3E}">
        <p14:creationId xmlns:p14="http://schemas.microsoft.com/office/powerpoint/2010/main" val="3831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DD63-B7DE-7BA3-EB38-01786217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Neutral</a:t>
            </a:r>
          </a:p>
        </p:txBody>
      </p:sp>
      <p:pic>
        <p:nvPicPr>
          <p:cNvPr id="6" name="Picture 5" descr="A cartoon frog wearing a lab coat&#10;&#10;AI-generated content may be incorrect.">
            <a:extLst>
              <a:ext uri="{FF2B5EF4-FFF2-40B4-BE49-F238E27FC236}">
                <a16:creationId xmlns:a16="http://schemas.microsoft.com/office/drawing/2014/main" id="{DA4D0B27-FD98-ABDB-1FAC-58DB289DD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46" t="18544" r="24034" b="21320"/>
          <a:stretch>
            <a:fillRect/>
          </a:stretch>
        </p:blipFill>
        <p:spPr>
          <a:xfrm>
            <a:off x="4102768" y="1383632"/>
            <a:ext cx="3681664" cy="39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51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C2830-3523-625E-65E9-8D217651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pic>
        <p:nvPicPr>
          <p:cNvPr id="4" name="Picture 3" descr="A cartoon of a frog holding a magnifying glass&#10;&#10;AI-generated content may be incorrect.">
            <a:extLst>
              <a:ext uri="{FF2B5EF4-FFF2-40B4-BE49-F238E27FC236}">
                <a16:creationId xmlns:a16="http://schemas.microsoft.com/office/drawing/2014/main" id="{8CE386CE-A6C0-544D-708B-3E962762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1" t="8084" r="4929" b="8623"/>
          <a:stretch>
            <a:fillRect/>
          </a:stretch>
        </p:blipFill>
        <p:spPr>
          <a:xfrm>
            <a:off x="3259014" y="703385"/>
            <a:ext cx="5767755" cy="54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5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658E-7D15-5188-05A5-7C76A4A5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</a:t>
            </a:r>
          </a:p>
        </p:txBody>
      </p:sp>
      <p:pic>
        <p:nvPicPr>
          <p:cNvPr id="4" name="Picture 3" descr="A cartoon frog wearing a lab coat&#10;&#10;AI-generated content may be incorrect.">
            <a:extLst>
              <a:ext uri="{FF2B5EF4-FFF2-40B4-BE49-F238E27FC236}">
                <a16:creationId xmlns:a16="http://schemas.microsoft.com/office/drawing/2014/main" id="{6737CD85-EAA2-1BA9-346C-E17649C3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49" t="13928" r="15065" b="17500"/>
          <a:stretch>
            <a:fillRect/>
          </a:stretch>
        </p:blipFill>
        <p:spPr>
          <a:xfrm>
            <a:off x="3892061" y="1365738"/>
            <a:ext cx="3868615" cy="412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15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9C1FA-D321-BA9B-D435-AE061D43F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Warning</a:t>
            </a:r>
          </a:p>
        </p:txBody>
      </p:sp>
      <p:pic>
        <p:nvPicPr>
          <p:cNvPr id="6" name="Picture 5" descr="A cartoon frog wearing a lab coat&#10;&#10;AI-generated content may be incorrect.">
            <a:extLst>
              <a:ext uri="{FF2B5EF4-FFF2-40B4-BE49-F238E27FC236}">
                <a16:creationId xmlns:a16="http://schemas.microsoft.com/office/drawing/2014/main" id="{89171D31-92C1-E94B-38E2-18F42D90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21" t="12410" r="9255" b="19802"/>
          <a:stretch>
            <a:fillRect/>
          </a:stretch>
        </p:blipFill>
        <p:spPr>
          <a:xfrm>
            <a:off x="3704492" y="984738"/>
            <a:ext cx="5040923" cy="440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52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EB65-E451-2742-3FC4-128AF2AA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Encouraging</a:t>
            </a:r>
          </a:p>
        </p:txBody>
      </p:sp>
      <p:pic>
        <p:nvPicPr>
          <p:cNvPr id="4" name="Picture 3" descr="A cartoon frog wearing a lab coat&#10;&#10;AI-generated content may be incorrect.">
            <a:extLst>
              <a:ext uri="{FF2B5EF4-FFF2-40B4-BE49-F238E27FC236}">
                <a16:creationId xmlns:a16="http://schemas.microsoft.com/office/drawing/2014/main" id="{8B1348EC-DD9F-7CC8-1DD0-A14CCA7DCC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3" t="15655" r="12500" b="17999"/>
          <a:stretch>
            <a:fillRect/>
          </a:stretch>
        </p:blipFill>
        <p:spPr>
          <a:xfrm>
            <a:off x="4196862" y="1195754"/>
            <a:ext cx="4337538" cy="4314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D632-B0B5-B94A-C658-E918AD9E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</a:t>
            </a:r>
          </a:p>
        </p:txBody>
      </p:sp>
      <p:pic>
        <p:nvPicPr>
          <p:cNvPr id="4" name="Picture 3" descr="A cartoon frog wearing a lab coat&#10;&#10;AI-generated content may be incorrect.">
            <a:extLst>
              <a:ext uri="{FF2B5EF4-FFF2-40B4-BE49-F238E27FC236}">
                <a16:creationId xmlns:a16="http://schemas.microsoft.com/office/drawing/2014/main" id="{EB7B4558-A9AF-929E-B45D-FFA27D3E1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64" t="2880" r="22235" b="9706"/>
          <a:stretch>
            <a:fillRect/>
          </a:stretch>
        </p:blipFill>
        <p:spPr>
          <a:xfrm>
            <a:off x="3798277" y="365125"/>
            <a:ext cx="4103078" cy="568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4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4A10-049B-947D-940A-B676B1C5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2383"/>
          </a:xfrm>
        </p:spPr>
        <p:txBody>
          <a:bodyPr>
            <a:normAutofit fontScale="90000"/>
          </a:bodyPr>
          <a:lstStyle/>
          <a:p>
            <a:r>
              <a:rPr lang="en-US" dirty="0"/>
              <a:t>Celebration</a:t>
            </a:r>
          </a:p>
        </p:txBody>
      </p:sp>
      <p:pic>
        <p:nvPicPr>
          <p:cNvPr id="4" name="Picture 3" descr="A cartoon frog jumping in the air&#10;&#10;AI-generated content may be incorrect.">
            <a:extLst>
              <a:ext uri="{FF2B5EF4-FFF2-40B4-BE49-F238E27FC236}">
                <a16:creationId xmlns:a16="http://schemas.microsoft.com/office/drawing/2014/main" id="{948AC0D9-EF1C-503A-1A1F-B2A28B18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07" t="8038" r="2945" b="6564"/>
          <a:stretch>
            <a:fillRect/>
          </a:stretch>
        </p:blipFill>
        <p:spPr>
          <a:xfrm>
            <a:off x="3329354" y="867508"/>
            <a:ext cx="5697415" cy="543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37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19350</TotalTime>
  <Words>22</Words>
  <Application>Microsoft Macintosh PowerPoint</Application>
  <PresentationFormat>Widescreen</PresentationFormat>
  <Paragraphs>12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Mascot Poses</vt:lpstr>
      <vt:lpstr>Seven Poses</vt:lpstr>
      <vt:lpstr>Neutral</vt:lpstr>
      <vt:lpstr>Welcome</vt:lpstr>
      <vt:lpstr>Tip</vt:lpstr>
      <vt:lpstr>Warning</vt:lpstr>
      <vt:lpstr>Encouraging</vt:lpstr>
      <vt:lpstr>Thinking</vt:lpstr>
      <vt:lpstr>Celebration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2</cp:revision>
  <dcterms:created xsi:type="dcterms:W3CDTF">2026-02-25T13:40:56Z</dcterms:created>
  <dcterms:modified xsi:type="dcterms:W3CDTF">2026-03-11T00:11:56Z</dcterms:modified>
</cp:coreProperties>
</file>