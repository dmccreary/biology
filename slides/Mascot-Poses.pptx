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E8470-89EA-0E11-B9EA-CD3FD7C75A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A93128-2929-734C-EFA1-8905B0F6E8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E8607-E0A8-6E60-E11F-FA4C0052C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C59CC-369A-9947-A8E5-97B7DBA1599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83351-2609-2CFE-8B47-5E9D54D21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DA601C-235B-7A9B-D684-3FB3FA117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AB988-23A6-FC4F-8144-BD7D8FD68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760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45222-6828-82D9-0D63-0C27FD540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EE078-22FD-1175-511A-2F3CB6EE6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D816E7-ADF0-D572-4AD2-FFCF0B0DD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C59CC-369A-9947-A8E5-97B7DBA1599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3AD94B-C562-A0FB-CB27-437347CD0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791C-E6A0-7704-C9C0-A5257A13C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AB988-23A6-FC4F-8144-BD7D8FD68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66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092A8-1ADE-E99D-7641-36B6CFBC7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FCA11-E26A-2DAE-32F5-836A31544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CA3328-DD62-6E48-E1CD-3264517C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C59CC-369A-9947-A8E5-97B7DBA1599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BA8189-5FC8-5806-1788-6D27B78F8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11F61-4957-0313-1314-5E85A32DE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AB988-23A6-FC4F-8144-BD7D8FD68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4248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BED90-97EB-31FB-BDE1-B6DD8A22B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84743-CC95-EE3F-68FA-99F3BDE1D3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35D636-0C87-AF82-2A9C-3BB324015D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993478-4088-CA1A-A2F1-27D9D03DE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C59CC-369A-9947-A8E5-97B7DBA1599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BF433-64F9-1C31-1783-CC251DB3F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20D95-8ED7-4BB8-AEC5-435681B93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AB988-23A6-FC4F-8144-BD7D8FD68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26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6343B-F4EE-58F5-A390-9FC87D207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05637-B178-3B66-EA69-CF5D8DF957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D06272-EA84-974F-89A3-3DF23BC4A4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385D74-D416-1DB5-76E8-321D47FED1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69DC52-0661-65ED-ADE1-A108FA4D35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64C4C6-F1DD-7C59-6279-2020A9192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C59CC-369A-9947-A8E5-97B7DBA1599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1201E2-6AC4-FC79-9E1F-BFAAE9B8A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3E9F29-D830-1128-2602-C3738E5FE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AB988-23A6-FC4F-8144-BD7D8FD68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315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7A275-B540-6C40-E56F-B5EF6ADF6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1706BE-439B-884E-CF9A-A186E8597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C59CC-369A-9947-A8E5-97B7DBA1599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18E250-AC9F-FBF3-EB55-D9870F89E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107C21-1DAD-B172-82DA-A98163BC7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AB988-23A6-FC4F-8144-BD7D8FD68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426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B65489-D3FC-CF37-4244-996F5F51E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C59CC-369A-9947-A8E5-97B7DBA1599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A80517-D13B-195D-7180-CF2D02B2B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87260-831D-DFBC-BD43-0BDE3639C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AB988-23A6-FC4F-8144-BD7D8FD68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205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24330-A276-58E5-7EC2-CD4247986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EDD85-2969-61C7-5AA0-70CE72AE7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6CF2E4-8BCC-0EFA-860E-04C6CD217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EFA89-97B4-BD9E-03D2-CF56D756A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C59CC-369A-9947-A8E5-97B7DBA1599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944F08-2C99-D5B7-8EFD-E607C42B5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FB7CA4-DA76-B088-8785-C0E32FFAB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AB988-23A6-FC4F-8144-BD7D8FD68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2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4E41A-7912-567C-11AD-610B7FFC1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BBF46B-F9EC-BB3E-6366-84F043BD0D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682A55-8F9B-C721-E7E1-6C6F523810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53968C-AA59-5B8F-8085-914C9F9E9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C59CC-369A-9947-A8E5-97B7DBA1599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CBB4CF-455C-8F8C-5CAE-4DEB3236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B3248C-8025-9931-CE6C-5030B911C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AB988-23A6-FC4F-8144-BD7D8FD68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94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2950C-FAD0-905E-F97F-8B45DFDCF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65E513-977B-FC37-6AE0-FC32D4C8FD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6D3AA-CBDE-EB77-7C2A-C3666CC3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C59CC-369A-9947-A8E5-97B7DBA1599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86905-1ECF-7054-630F-71F0AFF77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0E27C-F935-FD2D-09B1-6E49396AD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AB988-23A6-FC4F-8144-BD7D8FD68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808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69748C-893E-8788-BE79-EEF7F394D5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9ADBBA-7655-1D76-1E0F-97A64CA29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FC314E-F5B8-7648-0957-86F61E9F7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C59CC-369A-9947-A8E5-97B7DBA1599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C1C691-F91F-4985-0036-2D9DCF843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DB495-0331-E2C9-5E77-6002FFFE8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AB988-23A6-FC4F-8144-BD7D8FD68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049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9C6D61-005E-AAF6-0CFE-7CF952DDC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0F5C1-A5B2-2AD9-444E-E5EDDDFFA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0B70DB-7570-84DC-5CFB-EF3DB667E8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9C59CC-369A-9947-A8E5-97B7DBA1599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1EB48B-AAB0-5110-66AE-3E8B9081EE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E77081-283A-A2A3-24C3-9992F07C5A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FAB988-23A6-FC4F-8144-BD7D8FD68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230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C89D2-CDCC-15DF-0D2E-0690C566C5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826070-76B3-9234-3698-56A7DA219D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046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McCreary</dc:creator>
  <cp:lastModifiedBy>Dan McCreary</cp:lastModifiedBy>
  <cp:revision>1</cp:revision>
  <dcterms:created xsi:type="dcterms:W3CDTF">2026-02-25T13:40:56Z</dcterms:created>
  <dcterms:modified xsi:type="dcterms:W3CDTF">2026-02-25T13:41:34Z</dcterms:modified>
</cp:coreProperties>
</file>